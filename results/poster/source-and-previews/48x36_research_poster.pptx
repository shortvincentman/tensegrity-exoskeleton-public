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C2B7"/>
    <a:srgbClr val="369645"/>
    <a:srgbClr val="FBD172"/>
    <a:srgbClr val="7D8580"/>
    <a:srgbClr val="003622"/>
    <a:srgbClr val="BD8B28"/>
    <a:srgbClr val="496FA9"/>
    <a:srgbClr val="2E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46"/>
    <p:restoredTop sz="96138"/>
  </p:normalViewPr>
  <p:slideViewPr>
    <p:cSldViewPr snapToGrid="0" snapToObjects="1">
      <p:cViewPr>
        <p:scale>
          <a:sx n="70" d="100"/>
          <a:sy n="70" d="100"/>
        </p:scale>
        <p:origin x="-11520" y="-2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BD172"/>
            </a:solidFill>
          </c:spPr>
          <c:dPt>
            <c:idx val="0"/>
            <c:bubble3D val="0"/>
            <c:spPr>
              <a:solidFill>
                <a:srgbClr val="FBD17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6FC2B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215-F748-9537-E8329A0A2122}"/>
              </c:ext>
            </c:extLst>
          </c:dPt>
          <c:dPt>
            <c:idx val="2"/>
            <c:bubble3D val="0"/>
            <c:spPr>
              <a:solidFill>
                <a:srgbClr val="36964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15-F748-9537-E8329A0A2122}"/>
              </c:ext>
            </c:extLst>
          </c:dPt>
          <c:dPt>
            <c:idx val="3"/>
            <c:bubble3D val="0"/>
            <c:spPr>
              <a:solidFill>
                <a:srgbClr val="FBD172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15-F748-9537-E8329A0A21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CAC2D4C-F236-6440-B274-E161402454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28800" y="6400800"/>
            <a:ext cx="19431000" cy="946404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27C257C-30DB-1540-A03B-08BD9834EE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2631400" y="6400800"/>
            <a:ext cx="9025128" cy="5486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6ACE469D-D452-C44C-9507-D4D46BE9E4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631400" y="14813280"/>
            <a:ext cx="9025128" cy="5486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D7C84AD-34D5-9546-9440-CB0568B7ED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631400" y="23244048"/>
            <a:ext cx="9025128" cy="5486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7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6A5E27-4034-7E4B-8422-B7C496E914CB}"/>
              </a:ext>
            </a:extLst>
          </p:cNvPr>
          <p:cNvSpPr/>
          <p:nvPr userDrawn="1"/>
        </p:nvSpPr>
        <p:spPr>
          <a:xfrm>
            <a:off x="0" y="-1"/>
            <a:ext cx="43891200" cy="6400800"/>
          </a:xfrm>
          <a:prstGeom prst="rect">
            <a:avLst/>
          </a:prstGeom>
          <a:solidFill>
            <a:srgbClr val="0036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D24BD-90AB-0746-8D50-CC6B2338A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97465" y="1188719"/>
            <a:ext cx="786511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6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://www.websitenamehere.edu/full/link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35CAB08-2697-DB4A-A463-EBAADB09A6EB}"/>
              </a:ext>
            </a:extLst>
          </p:cNvPr>
          <p:cNvCxnSpPr/>
          <p:nvPr/>
        </p:nvCxnSpPr>
        <p:spPr>
          <a:xfrm>
            <a:off x="33456389" y="15950830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2DA224A-22CF-024F-A98F-B6B024B038B6}"/>
              </a:ext>
            </a:extLst>
          </p:cNvPr>
          <p:cNvCxnSpPr/>
          <p:nvPr/>
        </p:nvCxnSpPr>
        <p:spPr>
          <a:xfrm>
            <a:off x="33456389" y="16425404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60EDD5A-7B34-8B4A-8E5E-3AA9814AE5B7}"/>
              </a:ext>
            </a:extLst>
          </p:cNvPr>
          <p:cNvCxnSpPr/>
          <p:nvPr/>
        </p:nvCxnSpPr>
        <p:spPr>
          <a:xfrm>
            <a:off x="33456389" y="16899978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AA00377-8A3E-FC46-ACF4-D2F5E1B8DD91}"/>
              </a:ext>
            </a:extLst>
          </p:cNvPr>
          <p:cNvCxnSpPr/>
          <p:nvPr/>
        </p:nvCxnSpPr>
        <p:spPr>
          <a:xfrm>
            <a:off x="33456389" y="17374552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7EECEBB-E26F-0A40-A74D-886F5F811E97}"/>
              </a:ext>
            </a:extLst>
          </p:cNvPr>
          <p:cNvCxnSpPr/>
          <p:nvPr/>
        </p:nvCxnSpPr>
        <p:spPr>
          <a:xfrm>
            <a:off x="33456389" y="17849126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F37BC9D-69C2-F24E-AC2B-3AA3AF2C4FA0}"/>
              </a:ext>
            </a:extLst>
          </p:cNvPr>
          <p:cNvCxnSpPr/>
          <p:nvPr/>
        </p:nvCxnSpPr>
        <p:spPr>
          <a:xfrm>
            <a:off x="33456389" y="18323700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5CF433A-DFE9-5B4F-BDBD-B74546871972}"/>
              </a:ext>
            </a:extLst>
          </p:cNvPr>
          <p:cNvCxnSpPr/>
          <p:nvPr/>
        </p:nvCxnSpPr>
        <p:spPr>
          <a:xfrm>
            <a:off x="33456389" y="18798274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F9604C7-3343-D942-80C6-95B87C191079}"/>
              </a:ext>
            </a:extLst>
          </p:cNvPr>
          <p:cNvCxnSpPr/>
          <p:nvPr/>
        </p:nvCxnSpPr>
        <p:spPr>
          <a:xfrm>
            <a:off x="33456389" y="19272848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8EABBAC-E6D0-8847-A706-B9EC85AE09ED}"/>
              </a:ext>
            </a:extLst>
          </p:cNvPr>
          <p:cNvCxnSpPr/>
          <p:nvPr/>
        </p:nvCxnSpPr>
        <p:spPr>
          <a:xfrm>
            <a:off x="33456389" y="19747422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4BF7939-9CC7-7F4C-A2DC-41A40DE75F73}"/>
              </a:ext>
            </a:extLst>
          </p:cNvPr>
          <p:cNvCxnSpPr/>
          <p:nvPr/>
        </p:nvCxnSpPr>
        <p:spPr>
          <a:xfrm>
            <a:off x="33456389" y="20221996"/>
            <a:ext cx="8116864" cy="0"/>
          </a:xfrm>
          <a:prstGeom prst="line">
            <a:avLst/>
          </a:prstGeom>
          <a:ln w="38100">
            <a:solidFill>
              <a:srgbClr val="7D858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724D20-1F13-904A-A64F-72A5D58489EA}"/>
              </a:ext>
            </a:extLst>
          </p:cNvPr>
          <p:cNvSpPr txBox="1"/>
          <p:nvPr/>
        </p:nvSpPr>
        <p:spPr>
          <a:xfrm>
            <a:off x="1828800" y="1188720"/>
            <a:ext cx="234375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b="1" i="0" dirty="0">
                <a:solidFill>
                  <a:schemeClr val="bg1"/>
                </a:solidFill>
                <a:latin typeface="Georgia" panose="02040502050405020303" pitchFamily="18" charset="0"/>
              </a:rPr>
              <a:t>Research Title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F0B2D-3366-1542-B6F2-E73110617E97}"/>
              </a:ext>
            </a:extLst>
          </p:cNvPr>
          <p:cNvSpPr txBox="1"/>
          <p:nvPr/>
        </p:nvSpPr>
        <p:spPr>
          <a:xfrm>
            <a:off x="1828800" y="3435489"/>
            <a:ext cx="293624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Subhead/College/Department: Lorem ipsum dolor sit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amet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,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consectetur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adipiscing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elit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,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sed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do </a:t>
            </a:r>
          </a:p>
          <a:p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eiusmod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tempor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incididunt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ut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labore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et dolore magna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aliqua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. Lorem ipsum dolor sit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amet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,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consectetur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adipiscing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elit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,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sed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do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eiusmod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tempor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incididunt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ut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labore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 et dolore magna </a:t>
            </a:r>
            <a:r>
              <a:rPr lang="en-US" sz="45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aliqua</a:t>
            </a:r>
            <a:r>
              <a:rPr lang="en-US" sz="4500" b="1" dirty="0">
                <a:solidFill>
                  <a:schemeClr val="bg1"/>
                </a:solidFill>
                <a:latin typeface="Trebuchet MS" panose="020B0703020202090204" pitchFamily="34" charset="0"/>
              </a:rPr>
              <a:t>.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A053C9D-0BF8-0746-ACB4-E7D550D258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287E04C-9D2B-4C42-BE59-2A7B92F5F4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29F121F-8798-C24A-B7E4-07C51D83CD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9120C4-3E7D-FF45-B5C7-90945D2850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4E7429-F363-CE4A-A19D-AA63F7DD4AA9}"/>
              </a:ext>
            </a:extLst>
          </p:cNvPr>
          <p:cNvSpPr txBox="1"/>
          <p:nvPr/>
        </p:nvSpPr>
        <p:spPr>
          <a:xfrm>
            <a:off x="1828800" y="16120872"/>
            <a:ext cx="1943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rebuchet MS" panose="020B0703020202090204" pitchFamily="34" charset="0"/>
              </a:rPr>
              <a:t>Image caption goes here: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4EB2D4-F30E-1C47-BC5A-F7489B050F60}"/>
              </a:ext>
            </a:extLst>
          </p:cNvPr>
          <p:cNvSpPr txBox="1"/>
          <p:nvPr/>
        </p:nvSpPr>
        <p:spPr>
          <a:xfrm>
            <a:off x="22631400" y="12048834"/>
            <a:ext cx="90251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rebuchet MS" panose="020B0703020202090204" pitchFamily="34" charset="0"/>
              </a:rPr>
              <a:t>Image caption goes here: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79ED7D-F535-9445-AF44-7B456AF9C76A}"/>
              </a:ext>
            </a:extLst>
          </p:cNvPr>
          <p:cNvSpPr txBox="1"/>
          <p:nvPr/>
        </p:nvSpPr>
        <p:spPr>
          <a:xfrm>
            <a:off x="22631400" y="20494591"/>
            <a:ext cx="90251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rebuchet MS" panose="020B0703020202090204" pitchFamily="34" charset="0"/>
              </a:rPr>
              <a:t>Image caption goes here: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C34228-5A8E-3F46-BC5C-4FBBD29D2FB5}"/>
              </a:ext>
            </a:extLst>
          </p:cNvPr>
          <p:cNvSpPr txBox="1"/>
          <p:nvPr/>
        </p:nvSpPr>
        <p:spPr>
          <a:xfrm>
            <a:off x="22631400" y="28925360"/>
            <a:ext cx="90251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rebuchet MS" panose="020B0703020202090204" pitchFamily="34" charset="0"/>
              </a:rPr>
              <a:t>Image caption goes here: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 Lorem ipsum dolor sit </a:t>
            </a:r>
            <a:r>
              <a:rPr lang="en-US" sz="2000" i="1" dirty="0" err="1">
                <a:latin typeface="Trebuchet MS" panose="020B0703020202090204" pitchFamily="34" charset="0"/>
              </a:rPr>
              <a:t>amet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consectetur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adipiscing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elit</a:t>
            </a:r>
            <a:r>
              <a:rPr lang="en-US" sz="2000" i="1" dirty="0">
                <a:latin typeface="Trebuchet MS" panose="020B0703020202090204" pitchFamily="34" charset="0"/>
              </a:rPr>
              <a:t>, </a:t>
            </a:r>
            <a:r>
              <a:rPr lang="en-US" sz="2000" i="1" dirty="0" err="1">
                <a:latin typeface="Trebuchet MS" panose="020B0703020202090204" pitchFamily="34" charset="0"/>
              </a:rPr>
              <a:t>sed</a:t>
            </a:r>
            <a:r>
              <a:rPr lang="en-US" sz="2000" i="1" dirty="0">
                <a:latin typeface="Trebuchet MS" panose="020B0703020202090204" pitchFamily="34" charset="0"/>
              </a:rPr>
              <a:t> do </a:t>
            </a:r>
            <a:r>
              <a:rPr lang="en-US" sz="2000" i="1" dirty="0" err="1">
                <a:latin typeface="Trebuchet MS" panose="020B0703020202090204" pitchFamily="34" charset="0"/>
              </a:rPr>
              <a:t>eiusmod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tempor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incididunt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ut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labore</a:t>
            </a:r>
            <a:r>
              <a:rPr lang="en-US" sz="2000" i="1" dirty="0">
                <a:latin typeface="Trebuchet MS" panose="020B0703020202090204" pitchFamily="34" charset="0"/>
              </a:rPr>
              <a:t> et dolore magna </a:t>
            </a:r>
            <a:r>
              <a:rPr lang="en-US" sz="2000" i="1" dirty="0" err="1">
                <a:latin typeface="Trebuchet MS" panose="020B0703020202090204" pitchFamily="34" charset="0"/>
              </a:rPr>
              <a:t>aliqua</a:t>
            </a:r>
            <a:r>
              <a:rPr lang="en-US" sz="2000" i="1" dirty="0">
                <a:latin typeface="Trebuchet MS" panose="020B0703020202090204" pitchFamily="34" charset="0"/>
              </a:rPr>
              <a:t>. Integer </a:t>
            </a:r>
            <a:r>
              <a:rPr lang="en-US" sz="2000" i="1" dirty="0" err="1">
                <a:latin typeface="Trebuchet MS" panose="020B0703020202090204" pitchFamily="34" charset="0"/>
              </a:rPr>
              <a:t>eget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aliquet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nibh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praesent</a:t>
            </a:r>
            <a:r>
              <a:rPr lang="en-US" sz="2000" i="1" dirty="0">
                <a:latin typeface="Trebuchet MS" panose="020B0703020202090204" pitchFamily="34" charset="0"/>
              </a:rPr>
              <a:t> </a:t>
            </a:r>
            <a:r>
              <a:rPr lang="en-US" sz="2000" i="1" dirty="0" err="1">
                <a:latin typeface="Trebuchet MS" panose="020B0703020202090204" pitchFamily="34" charset="0"/>
              </a:rPr>
              <a:t>tristique</a:t>
            </a:r>
            <a:r>
              <a:rPr lang="en-US" sz="2000" i="1" dirty="0">
                <a:latin typeface="Trebuchet MS" panose="020B0703020202090204" pitchFamily="34" charset="0"/>
              </a:rPr>
              <a:t> magna sit.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FA14BA-82E8-7048-9BED-E43F9FC90CCF}"/>
              </a:ext>
            </a:extLst>
          </p:cNvPr>
          <p:cNvSpPr txBox="1"/>
          <p:nvPr/>
        </p:nvSpPr>
        <p:spPr>
          <a:xfrm>
            <a:off x="1828800" y="17830800"/>
            <a:ext cx="8991600" cy="13959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4600" b="1" dirty="0">
                <a:solidFill>
                  <a:srgbClr val="003622"/>
                </a:solidFill>
                <a:latin typeface="Georgia" panose="02040502050405020303" pitchFamily="18" charset="0"/>
              </a:rPr>
              <a:t>Subhead Style A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3000" dirty="0">
                <a:solidFill>
                  <a:srgbClr val="003622"/>
                </a:solidFill>
                <a:latin typeface="Trebuchet MS" panose="020B0703020202090204" pitchFamily="34" charset="0"/>
              </a:rPr>
              <a:t>SUBHEAD STYLE B</a:t>
            </a:r>
          </a:p>
          <a:p>
            <a:pPr>
              <a:lnSpc>
                <a:spcPts val="3800"/>
              </a:lnSpc>
            </a:pPr>
            <a:r>
              <a:rPr lang="en-US" sz="2800" dirty="0">
                <a:latin typeface="Trebuchet MS" panose="020B0703020202090204" pitchFamily="34" charset="0"/>
              </a:rPr>
              <a:t>Body Text: Lorem ipsum dolor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, </a:t>
            </a:r>
            <a:r>
              <a:rPr lang="en-US" sz="2800" dirty="0" err="1">
                <a:latin typeface="Trebuchet MS" panose="020B0703020202090204" pitchFamily="34" charset="0"/>
              </a:rPr>
              <a:t>consectetur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adipiscing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elit</a:t>
            </a:r>
            <a:r>
              <a:rPr lang="en-US" sz="2800" dirty="0">
                <a:latin typeface="Trebuchet MS" panose="020B0703020202090204" pitchFamily="34" charset="0"/>
              </a:rPr>
              <a:t>, </a:t>
            </a:r>
            <a:r>
              <a:rPr lang="en-US" sz="2800" dirty="0" err="1">
                <a:latin typeface="Trebuchet MS" panose="020B0703020202090204" pitchFamily="34" charset="0"/>
              </a:rPr>
              <a:t>sed</a:t>
            </a:r>
            <a:r>
              <a:rPr lang="en-US" sz="2800" dirty="0">
                <a:latin typeface="Trebuchet MS" panose="020B0703020202090204" pitchFamily="34" charset="0"/>
              </a:rPr>
              <a:t> do </a:t>
            </a:r>
            <a:r>
              <a:rPr lang="en-US" sz="2800" dirty="0" err="1">
                <a:latin typeface="Trebuchet MS" panose="020B0703020202090204" pitchFamily="34" charset="0"/>
              </a:rPr>
              <a:t>eiusmod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tempor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incididunt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ut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labore</a:t>
            </a:r>
            <a:r>
              <a:rPr lang="en-US" sz="2800" dirty="0">
                <a:latin typeface="Trebuchet MS" panose="020B0703020202090204" pitchFamily="34" charset="0"/>
              </a:rPr>
              <a:t> et dolore magna </a:t>
            </a:r>
            <a:r>
              <a:rPr lang="en-US" sz="2800" dirty="0" err="1">
                <a:latin typeface="Trebuchet MS" panose="020B0703020202090204" pitchFamily="34" charset="0"/>
              </a:rPr>
              <a:t>aliqua</a:t>
            </a:r>
            <a:r>
              <a:rPr lang="en-US" sz="2800" dirty="0">
                <a:latin typeface="Trebuchet MS" panose="020B0703020202090204" pitchFamily="34" charset="0"/>
              </a:rPr>
              <a:t>. Integer </a:t>
            </a:r>
            <a:r>
              <a:rPr lang="en-US" sz="2800" dirty="0" err="1">
                <a:latin typeface="Trebuchet MS" panose="020B0703020202090204" pitchFamily="34" charset="0"/>
              </a:rPr>
              <a:t>eget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aliquet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nibh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praesent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tristique</a:t>
            </a:r>
            <a:r>
              <a:rPr lang="en-US" sz="2800" dirty="0">
                <a:latin typeface="Trebuchet MS" panose="020B0703020202090204" pitchFamily="34" charset="0"/>
              </a:rPr>
              <a:t> magna sit. </a:t>
            </a:r>
          </a:p>
          <a:p>
            <a:pPr>
              <a:lnSpc>
                <a:spcPts val="3800"/>
              </a:lnSpc>
            </a:pPr>
            <a:r>
              <a:rPr lang="en-US" sz="2800" dirty="0" err="1">
                <a:latin typeface="Trebuchet MS" panose="020B0703020202090204" pitchFamily="34" charset="0"/>
              </a:rPr>
              <a:t>Adipiscing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bibendum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est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ultricies</a:t>
            </a:r>
            <a:r>
              <a:rPr lang="en-US" sz="2800" dirty="0">
                <a:latin typeface="Trebuchet MS" panose="020B0703020202090204" pitchFamily="34" charset="0"/>
              </a:rPr>
              <a:t> integer </a:t>
            </a:r>
            <a:r>
              <a:rPr lang="en-US" sz="2800" dirty="0" err="1">
                <a:latin typeface="Trebuchet MS" panose="020B0703020202090204" pitchFamily="34" charset="0"/>
              </a:rPr>
              <a:t>quis</a:t>
            </a:r>
            <a:r>
              <a:rPr lang="en-US" sz="2800" dirty="0">
                <a:latin typeface="Trebuchet MS" panose="020B0703020202090204" pitchFamily="34" charset="0"/>
              </a:rPr>
              <a:t>. Habitant </a:t>
            </a:r>
            <a:r>
              <a:rPr lang="en-US" sz="2800" dirty="0" err="1">
                <a:latin typeface="Trebuchet MS" panose="020B0703020202090204" pitchFamily="34" charset="0"/>
              </a:rPr>
              <a:t>morbi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tristique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senectus</a:t>
            </a:r>
            <a:r>
              <a:rPr lang="en-US" sz="2800" dirty="0">
                <a:latin typeface="Trebuchet MS" panose="020B0703020202090204" pitchFamily="34" charset="0"/>
              </a:rPr>
              <a:t> et </a:t>
            </a:r>
            <a:r>
              <a:rPr lang="en-US" sz="2800" dirty="0" err="1">
                <a:latin typeface="Trebuchet MS" panose="020B0703020202090204" pitchFamily="34" charset="0"/>
              </a:rPr>
              <a:t>netus</a:t>
            </a:r>
            <a:r>
              <a:rPr lang="en-US" sz="2800" dirty="0">
                <a:latin typeface="Trebuchet MS" panose="020B0703020202090204" pitchFamily="34" charset="0"/>
              </a:rPr>
              <a:t> et </a:t>
            </a:r>
            <a:r>
              <a:rPr lang="en-US" sz="2800" dirty="0" err="1">
                <a:latin typeface="Trebuchet MS" panose="020B0703020202090204" pitchFamily="34" charset="0"/>
              </a:rPr>
              <a:t>malesuada</a:t>
            </a:r>
            <a:r>
              <a:rPr lang="en-US" sz="2800" dirty="0">
                <a:latin typeface="Trebuchet MS" panose="020B0703020202090204" pitchFamily="34" charset="0"/>
              </a:rPr>
              <a:t> fames ac. </a:t>
            </a:r>
            <a:r>
              <a:rPr lang="en-US" sz="2800" dirty="0" err="1">
                <a:latin typeface="Trebuchet MS" panose="020B0703020202090204" pitchFamily="34" charset="0"/>
              </a:rPr>
              <a:t>Tristique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senectus</a:t>
            </a:r>
            <a:r>
              <a:rPr lang="en-US" sz="2800" dirty="0">
                <a:latin typeface="Trebuchet MS" panose="020B0703020202090204" pitchFamily="34" charset="0"/>
              </a:rPr>
              <a:t> et </a:t>
            </a:r>
            <a:r>
              <a:rPr lang="en-US" sz="2800" dirty="0" err="1">
                <a:latin typeface="Trebuchet MS" panose="020B0703020202090204" pitchFamily="34" charset="0"/>
              </a:rPr>
              <a:t>netus</a:t>
            </a:r>
            <a:r>
              <a:rPr lang="en-US" sz="2800" dirty="0">
                <a:latin typeface="Trebuchet MS" panose="020B0703020202090204" pitchFamily="34" charset="0"/>
              </a:rPr>
              <a:t> et </a:t>
            </a:r>
            <a:r>
              <a:rPr lang="en-US" sz="2800" dirty="0" err="1">
                <a:latin typeface="Trebuchet MS" panose="020B0703020202090204" pitchFamily="34" charset="0"/>
              </a:rPr>
              <a:t>malesuada</a:t>
            </a:r>
            <a:r>
              <a:rPr lang="en-US" sz="2800" dirty="0">
                <a:latin typeface="Trebuchet MS" panose="020B0703020202090204" pitchFamily="34" charset="0"/>
              </a:rPr>
              <a:t> fames ac </a:t>
            </a:r>
            <a:r>
              <a:rPr lang="en-US" sz="2800" dirty="0" err="1">
                <a:latin typeface="Trebuchet MS" panose="020B0703020202090204" pitchFamily="34" charset="0"/>
              </a:rPr>
              <a:t>turpis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egestas</a:t>
            </a:r>
            <a:r>
              <a:rPr lang="en-US" sz="2800" dirty="0">
                <a:latin typeface="Trebuchet MS" panose="020B0703020202090204" pitchFamily="34" charset="0"/>
              </a:rPr>
              <a:t>. Pretium </a:t>
            </a:r>
            <a:r>
              <a:rPr lang="en-US" sz="2800" dirty="0" err="1">
                <a:latin typeface="Trebuchet MS" panose="020B0703020202090204" pitchFamily="34" charset="0"/>
              </a:rPr>
              <a:t>nibh</a:t>
            </a:r>
            <a:r>
              <a:rPr lang="en-US" sz="2800" dirty="0">
                <a:latin typeface="Trebuchet MS" panose="020B0703020202090204" pitchFamily="34" charset="0"/>
              </a:rPr>
              <a:t> ipsum </a:t>
            </a:r>
            <a:r>
              <a:rPr lang="en-US" sz="2800" dirty="0" err="1">
                <a:latin typeface="Trebuchet MS" panose="020B0703020202090204" pitchFamily="34" charset="0"/>
              </a:rPr>
              <a:t>consequat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nisl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vel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pretium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lectus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quam</a:t>
            </a:r>
            <a:r>
              <a:rPr lang="en-US" sz="2800" dirty="0">
                <a:latin typeface="Trebuchet MS" panose="020B0703020202090204" pitchFamily="34" charset="0"/>
              </a:rPr>
              <a:t> id. </a:t>
            </a:r>
            <a:r>
              <a:rPr lang="en-US" sz="2800" dirty="0" err="1">
                <a:latin typeface="Trebuchet MS" panose="020B0703020202090204" pitchFamily="34" charset="0"/>
              </a:rPr>
              <a:t>Viverra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accumsan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lacus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vel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facilisis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volutpat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est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velitsed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augue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lacus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Sem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viverra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aliquet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eget</a:t>
            </a:r>
            <a:r>
              <a:rPr lang="en-US" sz="2800" dirty="0">
                <a:latin typeface="Trebuchet MS" panose="020B0703020202090204" pitchFamily="34" charset="0"/>
              </a:rPr>
              <a:t>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. Tellus </a:t>
            </a:r>
            <a:r>
              <a:rPr lang="en-US" sz="2800" dirty="0" err="1">
                <a:latin typeface="Trebuchet MS" panose="020B0703020202090204" pitchFamily="34" charset="0"/>
              </a:rPr>
              <a:t>mauris</a:t>
            </a:r>
            <a:r>
              <a:rPr lang="en-US" sz="2800" dirty="0">
                <a:latin typeface="Trebuchet MS" panose="020B0703020202090204" pitchFamily="34" charset="0"/>
              </a:rPr>
              <a:t> a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sed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enim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Congue</a:t>
            </a:r>
            <a:r>
              <a:rPr lang="en-US" sz="2800" dirty="0">
                <a:latin typeface="Trebuchet MS" panose="020B0703020202090204" pitchFamily="34" charset="0"/>
              </a:rPr>
              <a:t> nisi vitae </a:t>
            </a:r>
            <a:r>
              <a:rPr lang="en-US" sz="2800" dirty="0" err="1">
                <a:latin typeface="Trebuchet MS" panose="020B0703020202090204" pitchFamily="34" charset="0"/>
              </a:rPr>
              <a:t>suscipit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mauris</a:t>
            </a:r>
            <a:r>
              <a:rPr lang="en-US" sz="2800" dirty="0">
                <a:latin typeface="Trebuchet MS" panose="020B0703020202090204" pitchFamily="34" charset="0"/>
              </a:rPr>
              <a:t> a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000" dirty="0">
                <a:solidFill>
                  <a:srgbClr val="003622"/>
                </a:solidFill>
                <a:latin typeface="Trebuchet MS" panose="020B0703020202090204" pitchFamily="34" charset="0"/>
              </a:rPr>
              <a:t>SUBHEAD: INSERT HERE </a:t>
            </a:r>
          </a:p>
          <a:p>
            <a:pPr>
              <a:lnSpc>
                <a:spcPts val="3800"/>
              </a:lnSpc>
            </a:pP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aliquam</a:t>
            </a:r>
            <a:r>
              <a:rPr lang="en-US" sz="2800" dirty="0">
                <a:latin typeface="Trebuchet MS" panose="020B0703020202090204" pitchFamily="34" charset="0"/>
              </a:rPr>
              <a:t> id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ultricies</a:t>
            </a:r>
            <a:r>
              <a:rPr lang="en-US" sz="2800" dirty="0">
                <a:latin typeface="Trebuchet MS" panose="020B0703020202090204" pitchFamily="34" charset="0"/>
              </a:rPr>
              <a:t> mi </a:t>
            </a:r>
            <a:r>
              <a:rPr lang="en-US" sz="2800" dirty="0" err="1">
                <a:latin typeface="Trebuchet MS" panose="020B0703020202090204" pitchFamily="34" charset="0"/>
              </a:rPr>
              <a:t>eget</a:t>
            </a:r>
            <a:r>
              <a:rPr lang="en-US" sz="2800" dirty="0">
                <a:latin typeface="Trebuchet MS" panose="020B0703020202090204" pitchFamily="34" charset="0"/>
              </a:rPr>
              <a:t>.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cursus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dictum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justo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donec</a:t>
            </a:r>
            <a:r>
              <a:rPr lang="en-US" sz="2800" dirty="0">
                <a:latin typeface="Trebuchet MS" panose="020B0703020202090204" pitchFamily="34" charset="0"/>
              </a:rPr>
              <a:t>. In </a:t>
            </a:r>
            <a:r>
              <a:rPr lang="en-US" sz="2800" dirty="0" err="1">
                <a:latin typeface="Trebuchet MS" panose="020B0703020202090204" pitchFamily="34" charset="0"/>
              </a:rPr>
              <a:t>hendrerit</a:t>
            </a:r>
            <a:r>
              <a:rPr lang="en-US" sz="2800" dirty="0">
                <a:latin typeface="Trebuchet MS" panose="020B0703020202090204" pitchFamily="34" charset="0"/>
              </a:rPr>
              <a:t> gravida </a:t>
            </a:r>
            <a:r>
              <a:rPr lang="en-US" sz="2800" dirty="0" err="1">
                <a:latin typeface="Trebuchet MS" panose="020B0703020202090204" pitchFamily="34" charset="0"/>
              </a:rPr>
              <a:t>rutrum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quisque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orci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Iaculis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eu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phasellus</a:t>
            </a:r>
            <a:r>
              <a:rPr lang="en-US" sz="2800" dirty="0">
                <a:latin typeface="Trebuchet MS" panose="020B0703020202090204" pitchFamily="34" charset="0"/>
              </a:rPr>
              <a:t> vestibulum lorem sed.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4600" b="1" dirty="0">
                <a:solidFill>
                  <a:srgbClr val="003622"/>
                </a:solidFill>
                <a:latin typeface="Georgia" panose="02040502050405020303" pitchFamily="18" charset="0"/>
              </a:rPr>
              <a:t>Subhead Style A</a:t>
            </a:r>
          </a:p>
          <a:p>
            <a:pPr>
              <a:lnSpc>
                <a:spcPts val="3800"/>
              </a:lnSpc>
            </a:pPr>
            <a:r>
              <a:rPr lang="en-US" sz="2800" dirty="0" err="1">
                <a:latin typeface="Trebuchet MS" panose="020B0703020202090204" pitchFamily="34" charset="0"/>
              </a:rPr>
              <a:t>Adipiscing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bibendum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est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ultricies</a:t>
            </a:r>
            <a:r>
              <a:rPr lang="en-US" sz="2800" dirty="0">
                <a:latin typeface="Trebuchet MS" panose="020B0703020202090204" pitchFamily="34" charset="0"/>
              </a:rPr>
              <a:t> integer </a:t>
            </a:r>
            <a:r>
              <a:rPr lang="en-US" sz="2800" dirty="0" err="1">
                <a:latin typeface="Trebuchet MS" panose="020B0703020202090204" pitchFamily="34" charset="0"/>
              </a:rPr>
              <a:t>quis</a:t>
            </a:r>
            <a:r>
              <a:rPr lang="en-US" sz="2800" dirty="0">
                <a:latin typeface="Trebuchet MS" panose="020B0703020202090204" pitchFamily="34" charset="0"/>
              </a:rPr>
              <a:t>. Habitant </a:t>
            </a:r>
            <a:r>
              <a:rPr lang="en-US" sz="2800" dirty="0" err="1">
                <a:latin typeface="Trebuchet MS" panose="020B0703020202090204" pitchFamily="34" charset="0"/>
              </a:rPr>
              <a:t>morbi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tristique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senectus</a:t>
            </a:r>
            <a:r>
              <a:rPr lang="en-US" sz="2800" dirty="0">
                <a:latin typeface="Trebuchet MS" panose="020B0703020202090204" pitchFamily="34" charset="0"/>
              </a:rPr>
              <a:t> et </a:t>
            </a:r>
            <a:r>
              <a:rPr lang="en-US" sz="2800" dirty="0" err="1">
                <a:latin typeface="Trebuchet MS" panose="020B0703020202090204" pitchFamily="34" charset="0"/>
              </a:rPr>
              <a:t>netus</a:t>
            </a:r>
            <a:r>
              <a:rPr lang="en-US" sz="2800" dirty="0">
                <a:latin typeface="Trebuchet MS" panose="020B0703020202090204" pitchFamily="34" charset="0"/>
              </a:rPr>
              <a:t> et </a:t>
            </a:r>
            <a:r>
              <a:rPr lang="en-US" sz="2800" dirty="0" err="1">
                <a:latin typeface="Trebuchet MS" panose="020B0703020202090204" pitchFamily="34" charset="0"/>
              </a:rPr>
              <a:t>malesuada</a:t>
            </a:r>
            <a:r>
              <a:rPr lang="en-US" sz="2800" dirty="0">
                <a:latin typeface="Trebuchet MS" panose="020B0703020202090204" pitchFamily="34" charset="0"/>
              </a:rPr>
              <a:t> fames ac. </a:t>
            </a:r>
            <a:r>
              <a:rPr lang="en-US" sz="2800" dirty="0" err="1">
                <a:latin typeface="Trebuchet MS" panose="020B0703020202090204" pitchFamily="34" charset="0"/>
              </a:rPr>
              <a:t>Tristique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senectus</a:t>
            </a:r>
            <a:r>
              <a:rPr lang="en-US" sz="2800" dirty="0">
                <a:latin typeface="Trebuchet MS" panose="020B0703020202090204" pitchFamily="34" charset="0"/>
              </a:rPr>
              <a:t> et </a:t>
            </a:r>
            <a:r>
              <a:rPr lang="en-US" sz="2800" dirty="0" err="1">
                <a:latin typeface="Trebuchet MS" panose="020B0703020202090204" pitchFamily="34" charset="0"/>
              </a:rPr>
              <a:t>netus</a:t>
            </a:r>
            <a:r>
              <a:rPr lang="en-US" sz="2800" dirty="0">
                <a:latin typeface="Trebuchet MS" panose="020B0703020202090204" pitchFamily="34" charset="0"/>
              </a:rPr>
              <a:t> et </a:t>
            </a:r>
            <a:r>
              <a:rPr lang="en-US" sz="2800" dirty="0" err="1">
                <a:latin typeface="Trebuchet MS" panose="020B0703020202090204" pitchFamily="34" charset="0"/>
              </a:rPr>
              <a:t>malesuada</a:t>
            </a:r>
            <a:r>
              <a:rPr lang="en-US" sz="2800" dirty="0">
                <a:latin typeface="Trebuchet MS" panose="020B0703020202090204" pitchFamily="34" charset="0"/>
              </a:rPr>
              <a:t> fames ac </a:t>
            </a:r>
            <a:r>
              <a:rPr lang="en-US" sz="2800" dirty="0" err="1">
                <a:latin typeface="Trebuchet MS" panose="020B0703020202090204" pitchFamily="34" charset="0"/>
              </a:rPr>
              <a:t>turpis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egestas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3C240F-881C-E241-8C4A-557D3EFF6CA6}"/>
              </a:ext>
            </a:extLst>
          </p:cNvPr>
          <p:cNvSpPr txBox="1"/>
          <p:nvPr/>
        </p:nvSpPr>
        <p:spPr>
          <a:xfrm>
            <a:off x="12014200" y="17830800"/>
            <a:ext cx="8991600" cy="12051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800" dirty="0">
                <a:latin typeface="Trebuchet MS" panose="020B0703020202090204" pitchFamily="34" charset="0"/>
              </a:rPr>
              <a:t>Pretium </a:t>
            </a:r>
            <a:r>
              <a:rPr lang="en-US" sz="2800" dirty="0" err="1">
                <a:latin typeface="Trebuchet MS" panose="020B0703020202090204" pitchFamily="34" charset="0"/>
              </a:rPr>
              <a:t>nibh</a:t>
            </a:r>
            <a:r>
              <a:rPr lang="en-US" sz="2800" dirty="0">
                <a:latin typeface="Trebuchet MS" panose="020B0703020202090204" pitchFamily="34" charset="0"/>
              </a:rPr>
              <a:t> ipsum </a:t>
            </a:r>
            <a:r>
              <a:rPr lang="en-US" sz="2800" dirty="0" err="1">
                <a:latin typeface="Trebuchet MS" panose="020B0703020202090204" pitchFamily="34" charset="0"/>
              </a:rPr>
              <a:t>consequat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nisl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vel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pretium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lectus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quam</a:t>
            </a:r>
            <a:r>
              <a:rPr lang="en-US" sz="2800" dirty="0">
                <a:latin typeface="Trebuchet MS" panose="020B0703020202090204" pitchFamily="34" charset="0"/>
              </a:rPr>
              <a:t> id. </a:t>
            </a:r>
            <a:r>
              <a:rPr lang="en-US" sz="2800" dirty="0" err="1">
                <a:latin typeface="Trebuchet MS" panose="020B0703020202090204" pitchFamily="34" charset="0"/>
              </a:rPr>
              <a:t>Viverra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accumsan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lacus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vel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facilisis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volutpat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est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velitsed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augue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lacus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Sem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viverra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aliquet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eget</a:t>
            </a:r>
            <a:r>
              <a:rPr lang="en-US" sz="2800" dirty="0">
                <a:latin typeface="Trebuchet MS" panose="020B0703020202090204" pitchFamily="34" charset="0"/>
              </a:rPr>
              <a:t>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. Tellus </a:t>
            </a:r>
            <a:r>
              <a:rPr lang="en-US" sz="2800" dirty="0" err="1">
                <a:latin typeface="Trebuchet MS" panose="020B0703020202090204" pitchFamily="34" charset="0"/>
              </a:rPr>
              <a:t>mauris</a:t>
            </a:r>
            <a:r>
              <a:rPr lang="en-US" sz="2800" dirty="0">
                <a:latin typeface="Trebuchet MS" panose="020B0703020202090204" pitchFamily="34" charset="0"/>
              </a:rPr>
              <a:t> a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sed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enim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Congue</a:t>
            </a:r>
            <a:r>
              <a:rPr lang="en-US" sz="2800" dirty="0">
                <a:latin typeface="Trebuchet MS" panose="020B0703020202090204" pitchFamily="34" charset="0"/>
              </a:rPr>
              <a:t> nisi vitae </a:t>
            </a:r>
            <a:r>
              <a:rPr lang="en-US" sz="2800" dirty="0" err="1">
                <a:latin typeface="Trebuchet MS" panose="020B0703020202090204" pitchFamily="34" charset="0"/>
              </a:rPr>
              <a:t>suscipit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mauris</a:t>
            </a:r>
            <a:r>
              <a:rPr lang="en-US" sz="2800" dirty="0">
                <a:latin typeface="Trebuchet MS" panose="020B0703020202090204" pitchFamily="34" charset="0"/>
              </a:rPr>
              <a:t> a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000" dirty="0">
                <a:solidFill>
                  <a:srgbClr val="003622"/>
                </a:solidFill>
                <a:latin typeface="Trebuchet MS" panose="020B0703020202090204" pitchFamily="34" charset="0"/>
              </a:rPr>
              <a:t>SUBHEAD: INSERT HERE </a:t>
            </a:r>
          </a:p>
          <a:p>
            <a:pPr>
              <a:lnSpc>
                <a:spcPts val="3800"/>
              </a:lnSpc>
            </a:pP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aliquam</a:t>
            </a:r>
            <a:r>
              <a:rPr lang="en-US" sz="2800" dirty="0">
                <a:latin typeface="Trebuchet MS" panose="020B0703020202090204" pitchFamily="34" charset="0"/>
              </a:rPr>
              <a:t> id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ultricies</a:t>
            </a:r>
            <a:r>
              <a:rPr lang="en-US" sz="2800" dirty="0">
                <a:latin typeface="Trebuchet MS" panose="020B0703020202090204" pitchFamily="34" charset="0"/>
              </a:rPr>
              <a:t> mi </a:t>
            </a:r>
            <a:r>
              <a:rPr lang="en-US" sz="2800" dirty="0" err="1">
                <a:latin typeface="Trebuchet MS" panose="020B0703020202090204" pitchFamily="34" charset="0"/>
              </a:rPr>
              <a:t>eget</a:t>
            </a:r>
            <a:r>
              <a:rPr lang="en-US" sz="2800" dirty="0">
                <a:latin typeface="Trebuchet MS" panose="020B0703020202090204" pitchFamily="34" charset="0"/>
              </a:rPr>
              <a:t>.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cursus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dictum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justo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donec</a:t>
            </a:r>
            <a:r>
              <a:rPr lang="en-US" sz="2800" dirty="0">
                <a:latin typeface="Trebuchet MS" panose="020B0703020202090204" pitchFamily="34" charset="0"/>
              </a:rPr>
              <a:t>. In </a:t>
            </a:r>
            <a:r>
              <a:rPr lang="en-US" sz="2800" dirty="0" err="1">
                <a:latin typeface="Trebuchet MS" panose="020B0703020202090204" pitchFamily="34" charset="0"/>
              </a:rPr>
              <a:t>hendrerit</a:t>
            </a:r>
            <a:r>
              <a:rPr lang="en-US" sz="2800" dirty="0">
                <a:latin typeface="Trebuchet MS" panose="020B0703020202090204" pitchFamily="34" charset="0"/>
              </a:rPr>
              <a:t> gravida </a:t>
            </a:r>
            <a:r>
              <a:rPr lang="en-US" sz="2800" dirty="0" err="1">
                <a:latin typeface="Trebuchet MS" panose="020B0703020202090204" pitchFamily="34" charset="0"/>
              </a:rPr>
              <a:t>rutrum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quisque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orci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Iaculis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eu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phasellus</a:t>
            </a:r>
            <a:r>
              <a:rPr lang="en-US" sz="2800" dirty="0">
                <a:latin typeface="Trebuchet MS" panose="020B0703020202090204" pitchFamily="34" charset="0"/>
              </a:rPr>
              <a:t> vestibulum lorem sed.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aliquam</a:t>
            </a:r>
            <a:r>
              <a:rPr lang="en-US" sz="2800" dirty="0">
                <a:latin typeface="Trebuchet MS" panose="020B0703020202090204" pitchFamily="34" charset="0"/>
              </a:rPr>
              <a:t> id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ultricies</a:t>
            </a:r>
            <a:r>
              <a:rPr lang="en-US" sz="2800" dirty="0">
                <a:latin typeface="Trebuchet MS" panose="020B0703020202090204" pitchFamily="34" charset="0"/>
              </a:rPr>
              <a:t> mi </a:t>
            </a:r>
            <a:r>
              <a:rPr lang="en-US" sz="2800" dirty="0" err="1">
                <a:latin typeface="Trebuchet MS" panose="020B0703020202090204" pitchFamily="34" charset="0"/>
              </a:rPr>
              <a:t>eget</a:t>
            </a:r>
            <a:r>
              <a:rPr lang="en-US" sz="2800" dirty="0">
                <a:latin typeface="Trebuchet MS" panose="020B0703020202090204" pitchFamily="34" charset="0"/>
              </a:rPr>
              <a:t>.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cursus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dictum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justo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donec</a:t>
            </a:r>
            <a:r>
              <a:rPr lang="en-US" sz="2800" dirty="0">
                <a:latin typeface="Trebuchet MS" panose="020B0703020202090204" pitchFamily="34" charset="0"/>
              </a:rPr>
              <a:t>. In </a:t>
            </a:r>
            <a:r>
              <a:rPr lang="en-US" sz="2800" dirty="0" err="1">
                <a:latin typeface="Trebuchet MS" panose="020B0703020202090204" pitchFamily="34" charset="0"/>
              </a:rPr>
              <a:t>hendrerit</a:t>
            </a:r>
            <a:r>
              <a:rPr lang="en-US" sz="2800" dirty="0">
                <a:latin typeface="Trebuchet MS" panose="020B0703020202090204" pitchFamily="34" charset="0"/>
              </a:rPr>
              <a:t> gravida </a:t>
            </a:r>
            <a:r>
              <a:rPr lang="en-US" sz="2800" dirty="0" err="1">
                <a:latin typeface="Trebuchet MS" panose="020B0703020202090204" pitchFamily="34" charset="0"/>
              </a:rPr>
              <a:t>rutrum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quisque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orci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Iaculis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eu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phasellus</a:t>
            </a:r>
            <a:r>
              <a:rPr lang="en-US" sz="2800" dirty="0">
                <a:latin typeface="Trebuchet MS" panose="020B0703020202090204" pitchFamily="34" charset="0"/>
              </a:rPr>
              <a:t> vestibulum lorem sed.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000" dirty="0">
                <a:solidFill>
                  <a:srgbClr val="003622"/>
                </a:solidFill>
                <a:latin typeface="Trebuchet MS" panose="020B0703020202090204" pitchFamily="34" charset="0"/>
              </a:rPr>
              <a:t>SUBHEAD: INSERT HERE</a:t>
            </a:r>
            <a:r>
              <a:rPr lang="en-US" sz="2800" dirty="0">
                <a:latin typeface="Trebuchet MS" panose="020B0703020202090204" pitchFamily="34" charset="0"/>
              </a:rPr>
              <a:t> </a:t>
            </a:r>
          </a:p>
          <a:p>
            <a:pPr>
              <a:lnSpc>
                <a:spcPts val="3800"/>
              </a:lnSpc>
            </a:pP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aliquam</a:t>
            </a:r>
            <a:r>
              <a:rPr lang="en-US" sz="2800" dirty="0">
                <a:latin typeface="Trebuchet MS" panose="020B0703020202090204" pitchFamily="34" charset="0"/>
              </a:rPr>
              <a:t> id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ultricies</a:t>
            </a:r>
            <a:r>
              <a:rPr lang="en-US" sz="2800" dirty="0">
                <a:latin typeface="Trebuchet MS" panose="020B0703020202090204" pitchFamily="34" charset="0"/>
              </a:rPr>
              <a:t> mi </a:t>
            </a:r>
            <a:r>
              <a:rPr lang="en-US" sz="2800" dirty="0" err="1">
                <a:latin typeface="Trebuchet MS" panose="020B0703020202090204" pitchFamily="34" charset="0"/>
              </a:rPr>
              <a:t>eget</a:t>
            </a:r>
            <a:r>
              <a:rPr lang="en-US" sz="2800" dirty="0">
                <a:latin typeface="Trebuchet MS" panose="020B0703020202090204" pitchFamily="34" charset="0"/>
              </a:rPr>
              <a:t>.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cursus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dictum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justo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donec</a:t>
            </a:r>
            <a:r>
              <a:rPr lang="en-US" sz="2800" dirty="0">
                <a:latin typeface="Trebuchet MS" panose="020B0703020202090204" pitchFamily="34" charset="0"/>
              </a:rPr>
              <a:t>. In </a:t>
            </a:r>
            <a:r>
              <a:rPr lang="en-US" sz="2800" dirty="0" err="1">
                <a:latin typeface="Trebuchet MS" panose="020B0703020202090204" pitchFamily="34" charset="0"/>
              </a:rPr>
              <a:t>hendrerit</a:t>
            </a:r>
            <a:r>
              <a:rPr lang="en-US" sz="2800" dirty="0">
                <a:latin typeface="Trebuchet MS" panose="020B0703020202090204" pitchFamily="34" charset="0"/>
              </a:rPr>
              <a:t> gravida </a:t>
            </a:r>
            <a:r>
              <a:rPr lang="en-US" sz="2800" dirty="0" err="1">
                <a:latin typeface="Trebuchet MS" panose="020B0703020202090204" pitchFamily="34" charset="0"/>
              </a:rPr>
              <a:t>rutrum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quisque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orci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Iaculis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eu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phasellus</a:t>
            </a:r>
            <a:r>
              <a:rPr lang="en-US" sz="2800" dirty="0">
                <a:latin typeface="Trebuchet MS" panose="020B0703020202090204" pitchFamily="34" charset="0"/>
              </a:rPr>
              <a:t> vestibulum lorem sed.</a:t>
            </a:r>
          </a:p>
          <a:p>
            <a:pPr>
              <a:lnSpc>
                <a:spcPts val="3800"/>
              </a:lnSpc>
            </a:pP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aliquam</a:t>
            </a:r>
            <a:r>
              <a:rPr lang="en-US" sz="2800" dirty="0">
                <a:latin typeface="Trebuchet MS" panose="020B0703020202090204" pitchFamily="34" charset="0"/>
              </a:rPr>
              <a:t> id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maecenas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ultricies</a:t>
            </a:r>
            <a:r>
              <a:rPr lang="en-US" sz="2800" dirty="0">
                <a:latin typeface="Trebuchet MS" panose="020B0703020202090204" pitchFamily="34" charset="0"/>
              </a:rPr>
              <a:t> mi </a:t>
            </a:r>
            <a:r>
              <a:rPr lang="en-US" sz="2800" dirty="0" err="1">
                <a:latin typeface="Trebuchet MS" panose="020B0703020202090204" pitchFamily="34" charset="0"/>
              </a:rPr>
              <a:t>eget</a:t>
            </a:r>
            <a:r>
              <a:rPr lang="en-US" sz="2800" dirty="0">
                <a:latin typeface="Trebuchet MS" panose="020B0703020202090204" pitchFamily="34" charset="0"/>
              </a:rPr>
              <a:t>.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cursus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dictum sit </a:t>
            </a:r>
            <a:r>
              <a:rPr lang="en-US" sz="2800" dirty="0" err="1">
                <a:latin typeface="Trebuchet MS" panose="020B0703020202090204" pitchFamily="34" charset="0"/>
              </a:rPr>
              <a:t>amet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justo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donec</a:t>
            </a:r>
            <a:r>
              <a:rPr lang="en-US" sz="2800" dirty="0">
                <a:latin typeface="Trebuchet MS" panose="020B0703020202090204" pitchFamily="34" charset="0"/>
              </a:rPr>
              <a:t>. In </a:t>
            </a:r>
            <a:r>
              <a:rPr lang="en-US" sz="2800" dirty="0" err="1">
                <a:latin typeface="Trebuchet MS" panose="020B0703020202090204" pitchFamily="34" charset="0"/>
              </a:rPr>
              <a:t>hendrerit</a:t>
            </a:r>
            <a:r>
              <a:rPr lang="en-US" sz="2800" dirty="0">
                <a:latin typeface="Trebuchet MS" panose="020B0703020202090204" pitchFamily="34" charset="0"/>
              </a:rPr>
              <a:t> gravida </a:t>
            </a:r>
            <a:r>
              <a:rPr lang="en-US" sz="2800" dirty="0" err="1">
                <a:latin typeface="Trebuchet MS" panose="020B0703020202090204" pitchFamily="34" charset="0"/>
              </a:rPr>
              <a:t>rutrum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quisque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tellus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orci</a:t>
            </a:r>
            <a:r>
              <a:rPr lang="en-US" sz="2800" dirty="0">
                <a:latin typeface="Trebuchet MS" panose="020B0703020202090204" pitchFamily="34" charset="0"/>
              </a:rPr>
              <a:t>. </a:t>
            </a:r>
            <a:r>
              <a:rPr lang="en-US" sz="2800" dirty="0" err="1">
                <a:latin typeface="Trebuchet MS" panose="020B0703020202090204" pitchFamily="34" charset="0"/>
              </a:rPr>
              <a:t>Iaculis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eu</a:t>
            </a:r>
            <a:r>
              <a:rPr lang="en-US" sz="2800" dirty="0">
                <a:latin typeface="Trebuchet MS" panose="020B0703020202090204" pitchFamily="34" charset="0"/>
              </a:rPr>
              <a:t> non </a:t>
            </a:r>
            <a:r>
              <a:rPr lang="en-US" sz="2800" dirty="0" err="1">
                <a:latin typeface="Trebuchet MS" panose="020B0703020202090204" pitchFamily="34" charset="0"/>
              </a:rPr>
              <a:t>diam</a:t>
            </a:r>
            <a:r>
              <a:rPr lang="en-US" sz="2800" dirty="0">
                <a:latin typeface="Trebuchet MS" panose="020B0703020202090204" pitchFamily="34" charset="0"/>
              </a:rPr>
              <a:t> </a:t>
            </a:r>
            <a:r>
              <a:rPr lang="en-US" sz="2800" dirty="0" err="1">
                <a:latin typeface="Trebuchet MS" panose="020B0703020202090204" pitchFamily="34" charset="0"/>
              </a:rPr>
              <a:t>phasellus</a:t>
            </a:r>
            <a:r>
              <a:rPr lang="en-US" sz="2800" dirty="0">
                <a:latin typeface="Trebuchet MS" panose="020B0703020202090204" pitchFamily="34" charset="0"/>
              </a:rPr>
              <a:t> vestibulum lorem sed.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C4C995-1571-584C-BDE8-3D7BC5B16CEB}"/>
              </a:ext>
            </a:extLst>
          </p:cNvPr>
          <p:cNvSpPr/>
          <p:nvPr/>
        </p:nvSpPr>
        <p:spPr>
          <a:xfrm>
            <a:off x="35204400" y="7095744"/>
            <a:ext cx="4462272" cy="576072"/>
          </a:xfrm>
          <a:prstGeom prst="rect">
            <a:avLst/>
          </a:prstGeom>
          <a:solidFill>
            <a:srgbClr val="3696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3298C4-1807-F740-946B-F86FC3BC7EB1}"/>
              </a:ext>
            </a:extLst>
          </p:cNvPr>
          <p:cNvSpPr txBox="1"/>
          <p:nvPr/>
        </p:nvSpPr>
        <p:spPr>
          <a:xfrm>
            <a:off x="36357850" y="7145253"/>
            <a:ext cx="215537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Trebuchet MS" panose="020B0703020202090204" pitchFamily="34" charset="0"/>
              </a:rPr>
              <a:t>CHART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5A19C-E4C2-E843-9B20-2E8DAA0E1F9A}"/>
              </a:ext>
            </a:extLst>
          </p:cNvPr>
          <p:cNvSpPr/>
          <p:nvPr/>
        </p:nvSpPr>
        <p:spPr>
          <a:xfrm>
            <a:off x="35204400" y="14315343"/>
            <a:ext cx="4462272" cy="576072"/>
          </a:xfrm>
          <a:prstGeom prst="rect">
            <a:avLst/>
          </a:prstGeom>
          <a:solidFill>
            <a:srgbClr val="3696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D6F12E-7782-5D4E-84C4-3B1841AAF848}"/>
              </a:ext>
            </a:extLst>
          </p:cNvPr>
          <p:cNvSpPr txBox="1"/>
          <p:nvPr/>
        </p:nvSpPr>
        <p:spPr>
          <a:xfrm>
            <a:off x="36357850" y="14364852"/>
            <a:ext cx="215537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Trebuchet MS" panose="020B0703020202090204" pitchFamily="34" charset="0"/>
              </a:rPr>
              <a:t>CHART TITLE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6FAE70-3DDA-B44E-88E8-5A3184EF8E59}"/>
              </a:ext>
            </a:extLst>
          </p:cNvPr>
          <p:cNvSpPr/>
          <p:nvPr/>
        </p:nvSpPr>
        <p:spPr>
          <a:xfrm>
            <a:off x="35204400" y="23244048"/>
            <a:ext cx="4462272" cy="576072"/>
          </a:xfrm>
          <a:prstGeom prst="rect">
            <a:avLst/>
          </a:prstGeom>
          <a:solidFill>
            <a:srgbClr val="3696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17DE94-BF69-1B4C-B4DE-87508B737AC7}"/>
              </a:ext>
            </a:extLst>
          </p:cNvPr>
          <p:cNvSpPr txBox="1"/>
          <p:nvPr/>
        </p:nvSpPr>
        <p:spPr>
          <a:xfrm>
            <a:off x="36357849" y="23293557"/>
            <a:ext cx="215537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Trebuchet MS" panose="020B0703020202090204" pitchFamily="34" charset="0"/>
              </a:rPr>
              <a:t>CHART TITLE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0D536B-5418-254F-819D-DEAA02D4A048}"/>
              </a:ext>
            </a:extLst>
          </p:cNvPr>
          <p:cNvSpPr txBox="1"/>
          <p:nvPr/>
        </p:nvSpPr>
        <p:spPr>
          <a:xfrm>
            <a:off x="36610852" y="12792036"/>
            <a:ext cx="2158583" cy="384048"/>
          </a:xfrm>
          <a:prstGeom prst="rect">
            <a:avLst/>
          </a:prstGeom>
          <a:noFill/>
          <a:ln w="19050">
            <a:solidFill>
              <a:srgbClr val="6FC2B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rebuchet MS" panose="020B0703020202090204" pitchFamily="34" charset="0"/>
              </a:rPr>
              <a:t>SECTION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E70745-AC38-7B41-8F14-F241EB280550}"/>
              </a:ext>
            </a:extLst>
          </p:cNvPr>
          <p:cNvSpPr/>
          <p:nvPr/>
        </p:nvSpPr>
        <p:spPr>
          <a:xfrm>
            <a:off x="36086196" y="12792036"/>
            <a:ext cx="524656" cy="384048"/>
          </a:xfrm>
          <a:prstGeom prst="rect">
            <a:avLst/>
          </a:prstGeom>
          <a:solidFill>
            <a:srgbClr val="6FC2B7"/>
          </a:solidFill>
          <a:ln>
            <a:solidFill>
              <a:srgbClr val="6FC2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896798-1CA1-1E45-A025-6351AFB3BE20}"/>
              </a:ext>
            </a:extLst>
          </p:cNvPr>
          <p:cNvSpPr txBox="1"/>
          <p:nvPr/>
        </p:nvSpPr>
        <p:spPr>
          <a:xfrm>
            <a:off x="33677512" y="12792036"/>
            <a:ext cx="2158583" cy="384048"/>
          </a:xfrm>
          <a:prstGeom prst="rect">
            <a:avLst/>
          </a:prstGeom>
          <a:noFill/>
          <a:ln w="19050">
            <a:solidFill>
              <a:srgbClr val="FBD17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rebuchet MS" panose="020B0703020202090204" pitchFamily="34" charset="0"/>
              </a:rPr>
              <a:t>SECTION 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38E6D2-4176-D342-A783-ADACF2EBF5CF}"/>
              </a:ext>
            </a:extLst>
          </p:cNvPr>
          <p:cNvSpPr/>
          <p:nvPr/>
        </p:nvSpPr>
        <p:spPr>
          <a:xfrm>
            <a:off x="33152856" y="12792036"/>
            <a:ext cx="524656" cy="384048"/>
          </a:xfrm>
          <a:prstGeom prst="rect">
            <a:avLst/>
          </a:prstGeom>
          <a:solidFill>
            <a:srgbClr val="FBD172"/>
          </a:solidFill>
          <a:ln>
            <a:solidFill>
              <a:srgbClr val="FBD1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9FB1BB-A811-AD4D-A4C7-D4AEF115596D}"/>
              </a:ext>
            </a:extLst>
          </p:cNvPr>
          <p:cNvSpPr txBox="1"/>
          <p:nvPr/>
        </p:nvSpPr>
        <p:spPr>
          <a:xfrm>
            <a:off x="39571087" y="12792036"/>
            <a:ext cx="2158583" cy="384048"/>
          </a:xfrm>
          <a:prstGeom prst="rect">
            <a:avLst/>
          </a:prstGeom>
          <a:noFill/>
          <a:ln w="19050">
            <a:solidFill>
              <a:srgbClr val="36964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rebuchet MS" panose="020B0703020202090204" pitchFamily="34" charset="0"/>
              </a:rPr>
              <a:t>SECTION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15808D-134E-FE42-B92D-F7BE0BE55234}"/>
              </a:ext>
            </a:extLst>
          </p:cNvPr>
          <p:cNvSpPr/>
          <p:nvPr/>
        </p:nvSpPr>
        <p:spPr>
          <a:xfrm>
            <a:off x="39046431" y="12792036"/>
            <a:ext cx="524656" cy="384048"/>
          </a:xfrm>
          <a:prstGeom prst="rect">
            <a:avLst/>
          </a:prstGeom>
          <a:solidFill>
            <a:srgbClr val="369645"/>
          </a:solidFill>
          <a:ln>
            <a:solidFill>
              <a:srgbClr val="3696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C951F405-E205-B247-98CD-C77100D04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16036"/>
              </p:ext>
            </p:extLst>
          </p:nvPr>
        </p:nvGraphicFramePr>
        <p:xfrm>
          <a:off x="32781469" y="24189154"/>
          <a:ext cx="9308130" cy="3596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2710">
                  <a:extLst>
                    <a:ext uri="{9D8B030D-6E8A-4147-A177-3AD203B41FA5}">
                      <a16:colId xmlns:a16="http://schemas.microsoft.com/office/drawing/2014/main" val="628818591"/>
                    </a:ext>
                  </a:extLst>
                </a:gridCol>
                <a:gridCol w="3102710">
                  <a:extLst>
                    <a:ext uri="{9D8B030D-6E8A-4147-A177-3AD203B41FA5}">
                      <a16:colId xmlns:a16="http://schemas.microsoft.com/office/drawing/2014/main" val="203812458"/>
                    </a:ext>
                  </a:extLst>
                </a:gridCol>
                <a:gridCol w="3102710">
                  <a:extLst>
                    <a:ext uri="{9D8B030D-6E8A-4147-A177-3AD203B41FA5}">
                      <a16:colId xmlns:a16="http://schemas.microsoft.com/office/drawing/2014/main" val="913631998"/>
                    </a:ext>
                  </a:extLst>
                </a:gridCol>
              </a:tblGrid>
              <a:tr h="638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BD8B28"/>
                          </a:solidFill>
                          <a:latin typeface="Trebuchet MS" panose="020B0703020202090204" pitchFamily="34" charset="0"/>
                        </a:rPr>
                        <a:t>COLUMN 1 TITLE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rgbClr val="BD8B28"/>
                          </a:solidFill>
                          <a:latin typeface="Trebuchet MS" panose="020B0703020202090204" pitchFamily="34" charset="0"/>
                        </a:rPr>
                        <a:t>COLUMN 2 TITLE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rgbClr val="BD8B28"/>
                          </a:solidFill>
                          <a:latin typeface="Trebuchet MS" panose="020B0703020202090204" pitchFamily="34" charset="0"/>
                        </a:rPr>
                        <a:t>COLUMN 3 TITLE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248854"/>
                  </a:ext>
                </a:extLst>
              </a:tr>
              <a:tr h="731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netum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quaectur</a:t>
                      </a:r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Trebuchet MS" panose="020B070302020209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autaerent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dolupicto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b="0" i="0" dirty="0">
                        <a:latin typeface="Trebuchet MS" panose="020B070302020209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plitis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at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volupta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voloribus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874004"/>
                  </a:ext>
                </a:extLst>
              </a:tr>
              <a:tr h="731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reruntorpori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ipictur</a:t>
                      </a:r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Trebuchet MS" panose="020B070302020209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autaerent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dolupicto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b="0" i="0" dirty="0">
                        <a:latin typeface="Trebuchet MS" panose="020B070302020209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plitis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at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volupta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voloribus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751107"/>
                  </a:ext>
                </a:extLst>
              </a:tr>
              <a:tr h="731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netum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quaectur</a:t>
                      </a:r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Trebuchet MS" panose="020B070302020209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autaerent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dolupicto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b="0" i="0" dirty="0">
                        <a:latin typeface="Trebuchet MS" panose="020B070302020209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plitis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at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volupta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voloribus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381175"/>
                  </a:ext>
                </a:extLst>
              </a:tr>
              <a:tr h="731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nitia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veniate</a:t>
                      </a:r>
                      <a:r>
                        <a:rPr lang="en-US" sz="2000" b="1" i="0" kern="1200" dirty="0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i="0" kern="1200" dirty="0" err="1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voluptas</a:t>
                      </a:r>
                      <a:endParaRPr lang="en-US" sz="2000" b="1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Trebuchet MS" panose="020B070302020209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autaerent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dolupicto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b="0" i="0" dirty="0">
                        <a:latin typeface="Trebuchet MS" panose="020B070302020209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plitis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at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volupta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703020202090204" pitchFamily="34" charset="0"/>
                          <a:ea typeface="+mn-ea"/>
                          <a:cs typeface="+mn-cs"/>
                        </a:rPr>
                        <a:t>voloribus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rebuchet MS" panose="020B070302020209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517429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F7701FED-462C-014A-AF60-DD6F61BE9D71}"/>
              </a:ext>
            </a:extLst>
          </p:cNvPr>
          <p:cNvSpPr txBox="1"/>
          <p:nvPr/>
        </p:nvSpPr>
        <p:spPr>
          <a:xfrm>
            <a:off x="32781469" y="28477029"/>
            <a:ext cx="930813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000" b="1" dirty="0">
                <a:solidFill>
                  <a:srgbClr val="003622"/>
                </a:solidFill>
                <a:latin typeface="Trebuchet MS" panose="020B0703020202090204" pitchFamily="34" charset="0"/>
              </a:rPr>
              <a:t>REFERENCES</a:t>
            </a:r>
          </a:p>
          <a:p>
            <a:r>
              <a:rPr lang="en-US" sz="2800" b="1" dirty="0">
                <a:solidFill>
                  <a:srgbClr val="BD8B28"/>
                </a:solidFill>
                <a:latin typeface="DIN Condensed" pitchFamily="2" charset="0"/>
              </a:rPr>
              <a:t>1 </a:t>
            </a:r>
            <a:r>
              <a:rPr lang="en-US" sz="2000" dirty="0" err="1">
                <a:latin typeface="Trebuchet MS" panose="020B0703020202090204" pitchFamily="34" charset="0"/>
              </a:rPr>
              <a:t>Amet</a:t>
            </a:r>
            <a:r>
              <a:rPr lang="en-US" sz="2000" dirty="0">
                <a:latin typeface="Trebuchet MS" panose="020B0703020202090204" pitchFamily="34" charset="0"/>
              </a:rPr>
              <a:t>, A.(2010, May 5). </a:t>
            </a:r>
            <a:r>
              <a:rPr lang="en-US" sz="2000" i="1" dirty="0">
                <a:latin typeface="Trebuchet MS" panose="020B0703020202090204" pitchFamily="34" charset="0"/>
              </a:rPr>
              <a:t>General Format</a:t>
            </a:r>
            <a:r>
              <a:rPr lang="en-US" sz="2000" dirty="0">
                <a:latin typeface="Trebuchet MS" panose="020B0703020202090204" pitchFamily="34" charset="0"/>
              </a:rPr>
              <a:t>. </a:t>
            </a:r>
          </a:p>
          <a:p>
            <a:pPr marL="548640"/>
            <a:r>
              <a:rPr lang="en-US" sz="2000" dirty="0">
                <a:latin typeface="Trebuchet MS" panose="020B0703020202090204" pitchFamily="34" charset="0"/>
              </a:rPr>
              <a:t>Retrieved from </a:t>
            </a:r>
            <a:r>
              <a:rPr lang="en-US" sz="2000" dirty="0">
                <a:latin typeface="Trebuchet MS" panose="020B0703020202090204" pitchFamily="34" charset="0"/>
                <a:hlinkClick r:id="rId2"/>
              </a:rPr>
              <a:t>www.websitenamehere.edu/full/link</a:t>
            </a:r>
            <a:endParaRPr lang="en-US" sz="2000" dirty="0">
              <a:latin typeface="Trebuchet MS" panose="020B0703020202090204" pitchFamily="34" charset="0"/>
            </a:endParaRPr>
          </a:p>
          <a:p>
            <a:r>
              <a:rPr lang="en-US" sz="2800" b="1" dirty="0">
                <a:solidFill>
                  <a:srgbClr val="BD8B28"/>
                </a:solidFill>
                <a:latin typeface="DIN Condensed" pitchFamily="2" charset="0"/>
              </a:rPr>
              <a:t>2 </a:t>
            </a:r>
            <a:r>
              <a:rPr lang="en-US" sz="2000" dirty="0" err="1">
                <a:latin typeface="Trebuchet MS" panose="020B0703020202090204" pitchFamily="34" charset="0"/>
              </a:rPr>
              <a:t>Amet</a:t>
            </a:r>
            <a:r>
              <a:rPr lang="en-US" sz="2000" dirty="0">
                <a:latin typeface="Trebuchet MS" panose="020B0703020202090204" pitchFamily="34" charset="0"/>
              </a:rPr>
              <a:t>, A.(2010, May 5). </a:t>
            </a:r>
            <a:r>
              <a:rPr lang="en-US" sz="2000" i="1" dirty="0">
                <a:latin typeface="Trebuchet MS" panose="020B0703020202090204" pitchFamily="34" charset="0"/>
              </a:rPr>
              <a:t>General Format</a:t>
            </a:r>
            <a:r>
              <a:rPr lang="en-US" sz="2000" dirty="0">
                <a:latin typeface="Trebuchet MS" panose="020B0703020202090204" pitchFamily="34" charset="0"/>
              </a:rPr>
              <a:t>. </a:t>
            </a:r>
          </a:p>
          <a:p>
            <a:pPr marL="548640"/>
            <a:r>
              <a:rPr lang="en-US" sz="2000" dirty="0">
                <a:latin typeface="Trebuchet MS" panose="020B0703020202090204" pitchFamily="34" charset="0"/>
              </a:rPr>
              <a:t>Retrieved from </a:t>
            </a:r>
            <a:r>
              <a:rPr lang="en-US" sz="2000" dirty="0">
                <a:latin typeface="Trebuchet MS" panose="020B0703020202090204" pitchFamily="34" charset="0"/>
                <a:hlinkClick r:id="rId2"/>
              </a:rPr>
              <a:t>www.websitenamehere.edu/full/link</a:t>
            </a:r>
            <a:endParaRPr lang="en-US" sz="2000" dirty="0">
              <a:latin typeface="Trebuchet MS" panose="020B0703020202090204" pitchFamily="34" charset="0"/>
            </a:endParaRPr>
          </a:p>
          <a:p>
            <a:r>
              <a:rPr lang="en-US" sz="2800" b="1" dirty="0">
                <a:solidFill>
                  <a:srgbClr val="BD8B28"/>
                </a:solidFill>
                <a:latin typeface="DIN Condensed" pitchFamily="2" charset="0"/>
              </a:rPr>
              <a:t>3 </a:t>
            </a:r>
            <a:r>
              <a:rPr lang="en-US" sz="2000" dirty="0" err="1">
                <a:latin typeface="Trebuchet MS" panose="020B0703020202090204" pitchFamily="34" charset="0"/>
              </a:rPr>
              <a:t>Amet</a:t>
            </a:r>
            <a:r>
              <a:rPr lang="en-US" sz="2000" dirty="0">
                <a:latin typeface="Trebuchet MS" panose="020B0703020202090204" pitchFamily="34" charset="0"/>
              </a:rPr>
              <a:t>, A.(2010, May 5). </a:t>
            </a:r>
            <a:r>
              <a:rPr lang="en-US" sz="2000" i="1" dirty="0">
                <a:latin typeface="Trebuchet MS" panose="020B0703020202090204" pitchFamily="34" charset="0"/>
              </a:rPr>
              <a:t>General Format</a:t>
            </a:r>
            <a:r>
              <a:rPr lang="en-US" sz="2000" dirty="0">
                <a:latin typeface="Trebuchet MS" panose="020B0703020202090204" pitchFamily="34" charset="0"/>
              </a:rPr>
              <a:t>. </a:t>
            </a:r>
          </a:p>
          <a:p>
            <a:pPr marL="548640"/>
            <a:r>
              <a:rPr lang="en-US" sz="2000" dirty="0">
                <a:latin typeface="Trebuchet MS" panose="020B0703020202090204" pitchFamily="34" charset="0"/>
              </a:rPr>
              <a:t>Retrieved from </a:t>
            </a:r>
            <a:r>
              <a:rPr lang="en-US" sz="2000" dirty="0" err="1">
                <a:latin typeface="Trebuchet MS" panose="020B0703020202090204" pitchFamily="34" charset="0"/>
              </a:rPr>
              <a:t>www.websitenamehere.edu</a:t>
            </a:r>
            <a:r>
              <a:rPr lang="en-US" sz="2000" dirty="0">
                <a:latin typeface="Trebuchet MS" panose="020B0703020202090204" pitchFamily="34" charset="0"/>
              </a:rPr>
              <a:t>/full/link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9B3723-CD2A-1E49-AD65-3C6EDA9D4540}"/>
              </a:ext>
            </a:extLst>
          </p:cNvPr>
          <p:cNvSpPr/>
          <p:nvPr/>
        </p:nvSpPr>
        <p:spPr>
          <a:xfrm>
            <a:off x="34014372" y="17496166"/>
            <a:ext cx="365760" cy="3200400"/>
          </a:xfrm>
          <a:prstGeom prst="rect">
            <a:avLst/>
          </a:prstGeom>
          <a:solidFill>
            <a:srgbClr val="3696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34A258-35F5-F844-B020-C0DF5A0FFDF4}"/>
              </a:ext>
            </a:extLst>
          </p:cNvPr>
          <p:cNvSpPr/>
          <p:nvPr/>
        </p:nvSpPr>
        <p:spPr>
          <a:xfrm>
            <a:off x="34380132" y="16673206"/>
            <a:ext cx="365760" cy="4023360"/>
          </a:xfrm>
          <a:prstGeom prst="rect">
            <a:avLst/>
          </a:prstGeom>
          <a:solidFill>
            <a:srgbClr val="FBD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670BD2-2F21-1E46-9FDA-5FD5855C7930}"/>
              </a:ext>
            </a:extLst>
          </p:cNvPr>
          <p:cNvSpPr/>
          <p:nvPr/>
        </p:nvSpPr>
        <p:spPr>
          <a:xfrm>
            <a:off x="34745892" y="18051607"/>
            <a:ext cx="365760" cy="2644959"/>
          </a:xfrm>
          <a:prstGeom prst="rect">
            <a:avLst/>
          </a:prstGeom>
          <a:solidFill>
            <a:srgbClr val="6FC2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E53549-36B7-C641-905E-766BB4256B00}"/>
              </a:ext>
            </a:extLst>
          </p:cNvPr>
          <p:cNvSpPr/>
          <p:nvPr/>
        </p:nvSpPr>
        <p:spPr>
          <a:xfrm>
            <a:off x="35111652" y="19203556"/>
            <a:ext cx="365760" cy="1493010"/>
          </a:xfrm>
          <a:prstGeom prst="rect">
            <a:avLst/>
          </a:prstGeom>
          <a:solidFill>
            <a:srgbClr val="0036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C875E7-B0C8-CB40-83D6-8895FE17DF2B}"/>
              </a:ext>
            </a:extLst>
          </p:cNvPr>
          <p:cNvSpPr/>
          <p:nvPr/>
        </p:nvSpPr>
        <p:spPr>
          <a:xfrm>
            <a:off x="36915097" y="17770486"/>
            <a:ext cx="365760" cy="2926080"/>
          </a:xfrm>
          <a:prstGeom prst="rect">
            <a:avLst/>
          </a:prstGeom>
          <a:solidFill>
            <a:srgbClr val="3696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205486-01FA-8C42-B15A-39DD23B4D7F3}"/>
              </a:ext>
            </a:extLst>
          </p:cNvPr>
          <p:cNvSpPr/>
          <p:nvPr/>
        </p:nvSpPr>
        <p:spPr>
          <a:xfrm>
            <a:off x="37280857" y="16398886"/>
            <a:ext cx="365760" cy="4297680"/>
          </a:xfrm>
          <a:prstGeom prst="rect">
            <a:avLst/>
          </a:prstGeom>
          <a:solidFill>
            <a:srgbClr val="FBD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0A7B7F-8281-9F4D-BF0C-685A6C94486C}"/>
              </a:ext>
            </a:extLst>
          </p:cNvPr>
          <p:cNvSpPr/>
          <p:nvPr/>
        </p:nvSpPr>
        <p:spPr>
          <a:xfrm>
            <a:off x="37646617" y="18293382"/>
            <a:ext cx="365760" cy="2404508"/>
          </a:xfrm>
          <a:prstGeom prst="rect">
            <a:avLst/>
          </a:prstGeom>
          <a:solidFill>
            <a:srgbClr val="6FC2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DD2BDE-5FCD-D443-9CEF-867A2A38AB04}"/>
              </a:ext>
            </a:extLst>
          </p:cNvPr>
          <p:cNvSpPr/>
          <p:nvPr/>
        </p:nvSpPr>
        <p:spPr>
          <a:xfrm>
            <a:off x="38012377" y="19462673"/>
            <a:ext cx="365760" cy="1233893"/>
          </a:xfrm>
          <a:prstGeom prst="rect">
            <a:avLst/>
          </a:prstGeom>
          <a:solidFill>
            <a:srgbClr val="0036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49EE9C9-C3D3-9446-8CDE-D070767B09F3}"/>
              </a:ext>
            </a:extLst>
          </p:cNvPr>
          <p:cNvSpPr/>
          <p:nvPr/>
        </p:nvSpPr>
        <p:spPr>
          <a:xfrm>
            <a:off x="39742037" y="17496166"/>
            <a:ext cx="365760" cy="3200400"/>
          </a:xfrm>
          <a:prstGeom prst="rect">
            <a:avLst/>
          </a:prstGeom>
          <a:solidFill>
            <a:srgbClr val="3696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05425D-E4C5-544A-BC03-8D8DD9D5A39B}"/>
              </a:ext>
            </a:extLst>
          </p:cNvPr>
          <p:cNvSpPr/>
          <p:nvPr/>
        </p:nvSpPr>
        <p:spPr>
          <a:xfrm>
            <a:off x="40107797" y="16673206"/>
            <a:ext cx="365760" cy="4023360"/>
          </a:xfrm>
          <a:prstGeom prst="rect">
            <a:avLst/>
          </a:prstGeom>
          <a:solidFill>
            <a:srgbClr val="FBD1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912DE7B-5B07-CB4D-BCF1-192CF6F8E949}"/>
              </a:ext>
            </a:extLst>
          </p:cNvPr>
          <p:cNvSpPr/>
          <p:nvPr/>
        </p:nvSpPr>
        <p:spPr>
          <a:xfrm>
            <a:off x="40473557" y="18051607"/>
            <a:ext cx="365760" cy="2644959"/>
          </a:xfrm>
          <a:prstGeom prst="rect">
            <a:avLst/>
          </a:prstGeom>
          <a:solidFill>
            <a:srgbClr val="6FC2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D11EC46-1262-8449-A5DD-47788A7C3104}"/>
              </a:ext>
            </a:extLst>
          </p:cNvPr>
          <p:cNvSpPr/>
          <p:nvPr/>
        </p:nvSpPr>
        <p:spPr>
          <a:xfrm>
            <a:off x="40839317" y="19203556"/>
            <a:ext cx="365760" cy="1493010"/>
          </a:xfrm>
          <a:prstGeom prst="rect">
            <a:avLst/>
          </a:prstGeom>
          <a:solidFill>
            <a:srgbClr val="0036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EC6672-2012-3B48-BA4B-9D87604CCD31}"/>
              </a:ext>
            </a:extLst>
          </p:cNvPr>
          <p:cNvSpPr txBox="1"/>
          <p:nvPr/>
        </p:nvSpPr>
        <p:spPr>
          <a:xfrm rot="16200000">
            <a:off x="33833906" y="17741490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65%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86A994-7961-FF4B-8E4A-6E5324518551}"/>
              </a:ext>
            </a:extLst>
          </p:cNvPr>
          <p:cNvSpPr txBox="1"/>
          <p:nvPr/>
        </p:nvSpPr>
        <p:spPr>
          <a:xfrm rot="16200000">
            <a:off x="34208254" y="16774903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86%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DAAC16-50FD-E941-B06F-9CC34F8E4043}"/>
              </a:ext>
            </a:extLst>
          </p:cNvPr>
          <p:cNvSpPr txBox="1"/>
          <p:nvPr/>
        </p:nvSpPr>
        <p:spPr>
          <a:xfrm rot="16200000">
            <a:off x="34574014" y="18168504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54%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9F17EB-E1FC-E048-A86B-874E1FCD5DFE}"/>
              </a:ext>
            </a:extLst>
          </p:cNvPr>
          <p:cNvSpPr txBox="1"/>
          <p:nvPr/>
        </p:nvSpPr>
        <p:spPr>
          <a:xfrm rot="16200000">
            <a:off x="34939774" y="19358259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32%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28D1BB-EB67-0E49-B2BD-C53E8A710B6B}"/>
              </a:ext>
            </a:extLst>
          </p:cNvPr>
          <p:cNvSpPr txBox="1"/>
          <p:nvPr/>
        </p:nvSpPr>
        <p:spPr>
          <a:xfrm rot="16200000">
            <a:off x="36743220" y="17949743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76%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03133C-53B3-334C-B138-E9070AD3F556}"/>
              </a:ext>
            </a:extLst>
          </p:cNvPr>
          <p:cNvSpPr txBox="1"/>
          <p:nvPr/>
        </p:nvSpPr>
        <p:spPr>
          <a:xfrm rot="16200000">
            <a:off x="37108979" y="16567358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90%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834985-9EF3-6847-BED1-E9464B4F0A24}"/>
              </a:ext>
            </a:extLst>
          </p:cNvPr>
          <p:cNvSpPr txBox="1"/>
          <p:nvPr/>
        </p:nvSpPr>
        <p:spPr>
          <a:xfrm rot="16200000">
            <a:off x="37474739" y="18368584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52%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DAB8D51-80EA-4040-948E-664E71896512}"/>
              </a:ext>
            </a:extLst>
          </p:cNvPr>
          <p:cNvSpPr txBox="1"/>
          <p:nvPr/>
        </p:nvSpPr>
        <p:spPr>
          <a:xfrm rot="16200000">
            <a:off x="37840499" y="19604367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22%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EABC46-78CA-0A4F-9BEF-0D391BBD8F58}"/>
              </a:ext>
            </a:extLst>
          </p:cNvPr>
          <p:cNvSpPr txBox="1"/>
          <p:nvPr/>
        </p:nvSpPr>
        <p:spPr>
          <a:xfrm rot="16200000">
            <a:off x="39576550" y="17682425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65%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EAD2A3-2A19-184F-A734-1DF28EB62731}"/>
              </a:ext>
            </a:extLst>
          </p:cNvPr>
          <p:cNvSpPr txBox="1"/>
          <p:nvPr/>
        </p:nvSpPr>
        <p:spPr>
          <a:xfrm rot="16200000">
            <a:off x="39951474" y="16729252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86%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BFF1CB-28E9-284D-B1F8-0BAB2C68827E}"/>
              </a:ext>
            </a:extLst>
          </p:cNvPr>
          <p:cNvSpPr txBox="1"/>
          <p:nvPr/>
        </p:nvSpPr>
        <p:spPr>
          <a:xfrm rot="16200000">
            <a:off x="40318854" y="18206310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54%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569063-C54D-1A4A-9051-E9319FD15D67}"/>
              </a:ext>
            </a:extLst>
          </p:cNvPr>
          <p:cNvSpPr txBox="1"/>
          <p:nvPr/>
        </p:nvSpPr>
        <p:spPr>
          <a:xfrm rot="16200000">
            <a:off x="40661047" y="19304626"/>
            <a:ext cx="709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32%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71CA266-B30F-3D46-A61C-F53B1B665092}"/>
              </a:ext>
            </a:extLst>
          </p:cNvPr>
          <p:cNvCxnSpPr/>
          <p:nvPr/>
        </p:nvCxnSpPr>
        <p:spPr>
          <a:xfrm>
            <a:off x="33456389" y="20696566"/>
            <a:ext cx="81168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9D355F1-1A22-A147-B9E3-AACDD82DEE15}"/>
              </a:ext>
            </a:extLst>
          </p:cNvPr>
          <p:cNvSpPr txBox="1"/>
          <p:nvPr/>
        </p:nvSpPr>
        <p:spPr>
          <a:xfrm>
            <a:off x="33932437" y="20786458"/>
            <a:ext cx="1628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DIN Condensed" pitchFamily="2" charset="0"/>
              </a:rPr>
              <a:t>ISSUE 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7A56BA-9D31-EE43-A944-A53842F35884}"/>
              </a:ext>
            </a:extLst>
          </p:cNvPr>
          <p:cNvSpPr txBox="1"/>
          <p:nvPr/>
        </p:nvSpPr>
        <p:spPr>
          <a:xfrm>
            <a:off x="36814971" y="20826921"/>
            <a:ext cx="1628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DIN Condensed" pitchFamily="2" charset="0"/>
              </a:rPr>
              <a:t>ISSUE 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02820E5-8109-E44D-A34B-5D25D4D0F62A}"/>
              </a:ext>
            </a:extLst>
          </p:cNvPr>
          <p:cNvSpPr txBox="1"/>
          <p:nvPr/>
        </p:nvSpPr>
        <p:spPr>
          <a:xfrm>
            <a:off x="39697505" y="20829767"/>
            <a:ext cx="1628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DIN Condensed" pitchFamily="2" charset="0"/>
              </a:rPr>
              <a:t>ISSUE 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CAE9E48-3CA1-CA4B-8035-5B0FF1F7E05A}"/>
              </a:ext>
            </a:extLst>
          </p:cNvPr>
          <p:cNvSpPr txBox="1"/>
          <p:nvPr/>
        </p:nvSpPr>
        <p:spPr>
          <a:xfrm>
            <a:off x="35467370" y="21954404"/>
            <a:ext cx="1581912" cy="384048"/>
          </a:xfrm>
          <a:prstGeom prst="rect">
            <a:avLst/>
          </a:prstGeom>
          <a:noFill/>
          <a:ln w="19050">
            <a:solidFill>
              <a:srgbClr val="6FC2B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rebuchet MS" panose="020B0703020202090204" pitchFamily="34" charset="0"/>
              </a:rPr>
              <a:t>SECTION 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D299EE-B056-464C-96CC-251029EB8587}"/>
              </a:ext>
            </a:extLst>
          </p:cNvPr>
          <p:cNvSpPr txBox="1"/>
          <p:nvPr/>
        </p:nvSpPr>
        <p:spPr>
          <a:xfrm>
            <a:off x="33055716" y="21954404"/>
            <a:ext cx="1581912" cy="384048"/>
          </a:xfrm>
          <a:prstGeom prst="rect">
            <a:avLst/>
          </a:prstGeom>
          <a:noFill/>
          <a:ln w="19050">
            <a:solidFill>
              <a:srgbClr val="FBD17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rebuchet MS" panose="020B0703020202090204" pitchFamily="34" charset="0"/>
              </a:rPr>
              <a:t>SECTION 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2B1CF0-5625-544E-853C-DD68BB87D92D}"/>
              </a:ext>
            </a:extLst>
          </p:cNvPr>
          <p:cNvSpPr txBox="1"/>
          <p:nvPr/>
        </p:nvSpPr>
        <p:spPr>
          <a:xfrm>
            <a:off x="37879024" y="21954404"/>
            <a:ext cx="1581912" cy="384048"/>
          </a:xfrm>
          <a:prstGeom prst="rect">
            <a:avLst/>
          </a:prstGeom>
          <a:noFill/>
          <a:ln w="19050">
            <a:solidFill>
              <a:srgbClr val="36964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rebuchet MS" panose="020B0703020202090204" pitchFamily="34" charset="0"/>
              </a:rPr>
              <a:t>SECTION 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260249-6404-D847-A095-C8F0AAF2C769}"/>
              </a:ext>
            </a:extLst>
          </p:cNvPr>
          <p:cNvSpPr txBox="1"/>
          <p:nvPr/>
        </p:nvSpPr>
        <p:spPr>
          <a:xfrm>
            <a:off x="40290677" y="21954068"/>
            <a:ext cx="1584923" cy="384721"/>
          </a:xfrm>
          <a:prstGeom prst="rect">
            <a:avLst/>
          </a:prstGeom>
          <a:noFill/>
          <a:ln w="19050">
            <a:solidFill>
              <a:srgbClr val="00362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rebuchet MS" panose="020B0703020202090204" pitchFamily="34" charset="0"/>
              </a:rPr>
              <a:t>SECTION 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1C4C783-5DFE-F140-AA6F-633B8928F1CC}"/>
              </a:ext>
            </a:extLst>
          </p:cNvPr>
          <p:cNvSpPr txBox="1"/>
          <p:nvPr/>
        </p:nvSpPr>
        <p:spPr>
          <a:xfrm>
            <a:off x="32469838" y="15719997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100%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50BB96-7170-A445-BBCC-6059D444000F}"/>
              </a:ext>
            </a:extLst>
          </p:cNvPr>
          <p:cNvSpPr txBox="1"/>
          <p:nvPr/>
        </p:nvSpPr>
        <p:spPr>
          <a:xfrm>
            <a:off x="32469838" y="17618293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60%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9A537D-C580-AF4E-B573-6F6841EBAE4E}"/>
              </a:ext>
            </a:extLst>
          </p:cNvPr>
          <p:cNvSpPr txBox="1"/>
          <p:nvPr/>
        </p:nvSpPr>
        <p:spPr>
          <a:xfrm>
            <a:off x="32469838" y="18092867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50%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B60F608-8198-3840-885E-C0B6B8668032}"/>
              </a:ext>
            </a:extLst>
          </p:cNvPr>
          <p:cNvSpPr txBox="1"/>
          <p:nvPr/>
        </p:nvSpPr>
        <p:spPr>
          <a:xfrm>
            <a:off x="32469838" y="18567441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40%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904F56-4E02-244E-9815-86E2FFE390CA}"/>
              </a:ext>
            </a:extLst>
          </p:cNvPr>
          <p:cNvSpPr txBox="1"/>
          <p:nvPr/>
        </p:nvSpPr>
        <p:spPr>
          <a:xfrm>
            <a:off x="32469838" y="19042015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30%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89360E6-1078-3E4B-B596-9457753841B1}"/>
              </a:ext>
            </a:extLst>
          </p:cNvPr>
          <p:cNvSpPr txBox="1"/>
          <p:nvPr/>
        </p:nvSpPr>
        <p:spPr>
          <a:xfrm>
            <a:off x="32469838" y="19516589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20%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FCFB95-2D84-5D4A-A661-B342C4838345}"/>
              </a:ext>
            </a:extLst>
          </p:cNvPr>
          <p:cNvSpPr txBox="1"/>
          <p:nvPr/>
        </p:nvSpPr>
        <p:spPr>
          <a:xfrm>
            <a:off x="32469838" y="19991163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10%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C7A6163-954D-D94A-A0FB-F1D777A07F46}"/>
              </a:ext>
            </a:extLst>
          </p:cNvPr>
          <p:cNvSpPr txBox="1"/>
          <p:nvPr/>
        </p:nvSpPr>
        <p:spPr>
          <a:xfrm>
            <a:off x="32469838" y="16194571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90%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DB48E99-EDEC-1040-BB77-BE9993820CB7}"/>
              </a:ext>
            </a:extLst>
          </p:cNvPr>
          <p:cNvSpPr txBox="1"/>
          <p:nvPr/>
        </p:nvSpPr>
        <p:spPr>
          <a:xfrm>
            <a:off x="32469838" y="16669145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80%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5423446-7192-A34A-9D07-D54A7B002682}"/>
              </a:ext>
            </a:extLst>
          </p:cNvPr>
          <p:cNvSpPr txBox="1"/>
          <p:nvPr/>
        </p:nvSpPr>
        <p:spPr>
          <a:xfrm>
            <a:off x="32469838" y="17143719"/>
            <a:ext cx="93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D8580"/>
                </a:solidFill>
                <a:latin typeface="Trebuchet MS" panose="020B0703020202090204" pitchFamily="34" charset="0"/>
              </a:rPr>
              <a:t>70%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77942A0-97FD-1B4E-98F4-B37657E72DA3}"/>
              </a:ext>
            </a:extLst>
          </p:cNvPr>
          <p:cNvSpPr/>
          <p:nvPr/>
        </p:nvSpPr>
        <p:spPr>
          <a:xfrm>
            <a:off x="31199328" y="11430000"/>
            <a:ext cx="457200" cy="457200"/>
          </a:xfrm>
          <a:prstGeom prst="rect">
            <a:avLst/>
          </a:prstGeom>
          <a:solidFill>
            <a:srgbClr val="003622"/>
          </a:solidFill>
          <a:ln>
            <a:solidFill>
              <a:srgbClr val="0036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11526CC-7598-7842-B368-1429641A54BA}"/>
              </a:ext>
            </a:extLst>
          </p:cNvPr>
          <p:cNvSpPr/>
          <p:nvPr/>
        </p:nvSpPr>
        <p:spPr>
          <a:xfrm>
            <a:off x="31207916" y="19842479"/>
            <a:ext cx="457200" cy="457200"/>
          </a:xfrm>
          <a:prstGeom prst="rect">
            <a:avLst/>
          </a:prstGeom>
          <a:solidFill>
            <a:srgbClr val="003622"/>
          </a:solidFill>
          <a:ln>
            <a:solidFill>
              <a:srgbClr val="0036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0B61370-AD80-E047-B5D7-40F3AF726F5F}"/>
              </a:ext>
            </a:extLst>
          </p:cNvPr>
          <p:cNvSpPr/>
          <p:nvPr/>
        </p:nvSpPr>
        <p:spPr>
          <a:xfrm>
            <a:off x="31207916" y="28273248"/>
            <a:ext cx="457200" cy="457200"/>
          </a:xfrm>
          <a:prstGeom prst="rect">
            <a:avLst/>
          </a:prstGeom>
          <a:solidFill>
            <a:srgbClr val="003622"/>
          </a:solidFill>
          <a:ln>
            <a:solidFill>
              <a:srgbClr val="0036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24FD971-5D72-4049-B3AA-DE589422D211}"/>
              </a:ext>
            </a:extLst>
          </p:cNvPr>
          <p:cNvSpPr txBox="1"/>
          <p:nvPr/>
        </p:nvSpPr>
        <p:spPr>
          <a:xfrm>
            <a:off x="31271368" y="11466575"/>
            <a:ext cx="44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A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3C2F1FA-7AF6-6A4F-B6DA-5D3E751DFEC5}"/>
              </a:ext>
            </a:extLst>
          </p:cNvPr>
          <p:cNvSpPr txBox="1"/>
          <p:nvPr/>
        </p:nvSpPr>
        <p:spPr>
          <a:xfrm>
            <a:off x="31276647" y="19882029"/>
            <a:ext cx="44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B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1BFF0C6-A5C0-A440-AF3E-500361BFCB03}"/>
              </a:ext>
            </a:extLst>
          </p:cNvPr>
          <p:cNvSpPr txBox="1"/>
          <p:nvPr/>
        </p:nvSpPr>
        <p:spPr>
          <a:xfrm>
            <a:off x="31267978" y="28330338"/>
            <a:ext cx="44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C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36E01AF-42AF-3B4E-8ADC-3BBEBCFC967E}"/>
              </a:ext>
            </a:extLst>
          </p:cNvPr>
          <p:cNvSpPr txBox="1"/>
          <p:nvPr/>
        </p:nvSpPr>
        <p:spPr>
          <a:xfrm>
            <a:off x="33116737" y="12779127"/>
            <a:ext cx="659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50%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DEB1AFC-E50A-704E-BAB0-BE14BAF94678}"/>
              </a:ext>
            </a:extLst>
          </p:cNvPr>
          <p:cNvSpPr txBox="1"/>
          <p:nvPr/>
        </p:nvSpPr>
        <p:spPr>
          <a:xfrm>
            <a:off x="36038499" y="12794852"/>
            <a:ext cx="659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35%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D89DDCC-6BCB-074A-B9A3-3452B6A47C49}"/>
              </a:ext>
            </a:extLst>
          </p:cNvPr>
          <p:cNvSpPr txBox="1"/>
          <p:nvPr/>
        </p:nvSpPr>
        <p:spPr>
          <a:xfrm>
            <a:off x="39001254" y="12790800"/>
            <a:ext cx="659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rebuchet MS" panose="020B0703020202090204" pitchFamily="34" charset="0"/>
              </a:rPr>
              <a:t>15%</a:t>
            </a:r>
          </a:p>
        </p:txBody>
      </p:sp>
      <p:graphicFrame>
        <p:nvGraphicFramePr>
          <p:cNvPr id="112" name="Chart 111">
            <a:extLst>
              <a:ext uri="{FF2B5EF4-FFF2-40B4-BE49-F238E27FC236}">
                <a16:creationId xmlns:a16="http://schemas.microsoft.com/office/drawing/2014/main" id="{A5398AC5-E14D-F146-B5A8-4CE2F47EB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304117"/>
              </p:ext>
            </p:extLst>
          </p:nvPr>
        </p:nvGraphicFramePr>
        <p:xfrm>
          <a:off x="34176972" y="7800847"/>
          <a:ext cx="6904939" cy="46032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Oval 112">
            <a:extLst>
              <a:ext uri="{FF2B5EF4-FFF2-40B4-BE49-F238E27FC236}">
                <a16:creationId xmlns:a16="http://schemas.microsoft.com/office/drawing/2014/main" id="{F0FBFADF-9D52-924A-8AAE-3FB55CB76273}"/>
              </a:ext>
            </a:extLst>
          </p:cNvPr>
          <p:cNvSpPr/>
          <p:nvPr/>
        </p:nvSpPr>
        <p:spPr>
          <a:xfrm>
            <a:off x="36424023" y="8906521"/>
            <a:ext cx="2410836" cy="24108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6322D07-87E6-DB4E-8B71-5A2B76129978}"/>
              </a:ext>
            </a:extLst>
          </p:cNvPr>
          <p:cNvSpPr txBox="1"/>
          <p:nvPr/>
        </p:nvSpPr>
        <p:spPr>
          <a:xfrm>
            <a:off x="36789236" y="9399796"/>
            <a:ext cx="1628941" cy="1432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DIN Condensed" pitchFamily="2" charset="0"/>
              </a:rPr>
              <a:t>500</a:t>
            </a:r>
          </a:p>
          <a:p>
            <a:pPr algn="ctr">
              <a:lnSpc>
                <a:spcPts val="1800"/>
              </a:lnSpc>
            </a:pPr>
            <a:r>
              <a:rPr lang="en-US" sz="2000" dirty="0">
                <a:latin typeface="Trebuchet MS" panose="020B0703020202090204" pitchFamily="34" charset="0"/>
              </a:rPr>
              <a:t>surveyed</a:t>
            </a:r>
          </a:p>
        </p:txBody>
      </p:sp>
    </p:spTree>
    <p:extLst>
      <p:ext uri="{BB962C8B-B14F-4D97-AF65-F5344CB8AC3E}">
        <p14:creationId xmlns:p14="http://schemas.microsoft.com/office/powerpoint/2010/main" val="418495623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9A4292CA6F9A468BB87C1EC44CD1BB" ma:contentTypeVersion="11" ma:contentTypeDescription="Create a new document." ma:contentTypeScope="" ma:versionID="0bacf8aadab9bf3c0e13c98c337594e3">
  <xsd:schema xmlns:xsd="http://www.w3.org/2001/XMLSchema" xmlns:xs="http://www.w3.org/2001/XMLSchema" xmlns:p="http://schemas.microsoft.com/office/2006/metadata/properties" xmlns:ns2="e31baab6-22a6-438f-9691-d4346bc7d531" xmlns:ns3="5f36c9f6-96ff-47b5-a8e6-6a404a5c6fca" targetNamespace="http://schemas.microsoft.com/office/2006/metadata/properties" ma:root="true" ma:fieldsID="c529514bfde23332e2e6455013185a6c" ns2:_="" ns3:_="">
    <xsd:import namespace="e31baab6-22a6-438f-9691-d4346bc7d531"/>
    <xsd:import namespace="5f36c9f6-96ff-47b5-a8e6-6a404a5c6f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1baab6-22a6-438f-9691-d4346bc7d5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36c9f6-96ff-47b5-a8e6-6a404a5c6fc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3BD017-B0CA-4AF9-BE8B-23092759122D}"/>
</file>

<file path=customXml/itemProps2.xml><?xml version="1.0" encoding="utf-8"?>
<ds:datastoreItem xmlns:ds="http://schemas.openxmlformats.org/officeDocument/2006/customXml" ds:itemID="{9670026D-F586-4C4A-9CAD-A2D448CCB8BB}"/>
</file>

<file path=customXml/itemProps3.xml><?xml version="1.0" encoding="utf-8"?>
<ds:datastoreItem xmlns:ds="http://schemas.openxmlformats.org/officeDocument/2006/customXml" ds:itemID="{E68BCDC4-CBDE-455A-AF6C-E50361E091F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</TotalTime>
  <Words>582</Words>
  <Application>Microsoft Macintosh PowerPoint</Application>
  <PresentationFormat>Custom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DIN Condensed</vt:lpstr>
      <vt:lpstr>Georgia</vt:lpstr>
      <vt:lpstr>Trebuchet MS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Department or Name Goes Here</dc:title>
  <dc:creator>Microsoft Office User</dc:creator>
  <cp:lastModifiedBy>Microsoft Office User</cp:lastModifiedBy>
  <cp:revision>31</cp:revision>
  <dcterms:created xsi:type="dcterms:W3CDTF">2019-07-30T19:00:41Z</dcterms:created>
  <dcterms:modified xsi:type="dcterms:W3CDTF">2019-08-26T21:14:37Z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0x010100F39A4292CA6F9A468BB87C1EC44CD1BB</vt:lpwstr>
  </property>
</Properties>
</file>